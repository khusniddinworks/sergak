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1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1: KIRISH VA LOYIHA NOMI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SERGAK - AI Ximoyachi (Mobil Kiberxavfsizlik Ilovasi)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Matn: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Loyiha turi: Bitiruv Malakaviy Ishi va Startap Loyihasi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Asosiy maqsad: Smartfon foydalanuvchilarini firibgarlik (fraud), shubhali havolalar va xavfli ilovalardan oflayn rejimda, sun'iy intellekt yordamida himoya qilish.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O'ziga xosligi: Hech qanday serverlarsiz (100% oflayn) ishlash va ma'lumotlar maxfiyligini yuqori darajada saqlash.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2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2: LOYIHANING MUHIMLIGI VA MUAMMO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Nega ushbu loyiha O'zbekiston uchun dolzarb?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Matn: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Raqamli jinoyatlar ortishi: O'zbekistonda plastik kartalar va shaxsiy ma'lumotlarni SMS yoki fishing havolalar orqali o'g'irlash keskin oshib bormoqda.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Aholining zaifligi: Ko'pchilik foydalanuvchilar (ayniqsa katta yoshlilar) raqamli xavfsizlik qoidalarini bilmaydi va firibgarlarga aldanib qolmoqda.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Mavjud yechimlarning kamchiligi: Ko'pchilik xorijiy antiviruslar internet talab qiladi, og'ir ishlaydi va mahalliy tildagi o'ziga xos SMS-firibgarliklarni taniy olmaydi.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3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3: YECHIM - "SERGAK" ILOVASINING MOHIYATI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Loyihamiz Qanday Muammolarni Xal Qiladi?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Matn: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SMS Fraud Monitor: Kelayotgan SMS xabarlardagi bank kodlari va shubhali so'zlarni AI yordamida qurilmaning o'zida tahlil qiladi va darhol ogohlantiradi.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Permission Analyzer: Telefonga o'rnatilgan boshqa ilovalarning "Yashirin va Xavfli" ruxsatlarini (masalan, musiqa ilovasi kontaktlarni o'qishi) aniqlaydi va bloklaydi.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Secure Vault (Maxfiy Seyf): Foydalanuvchining shaxsiy fayllari va rasmlarini harbiy standartdagi AES-256 algoritmi yordamida shifrlaydi.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4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4: BIZNING JAMOA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Loyiha Tashabbuskorlari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Matn: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Xamidov Xusniddin — *Founder (Asoschi) va Dasturchi*. Loyiha g'oyasi muallifi, arxitektura va asosiy dasturiy kodni (Flutter/Kotlin) yozish uchun mas'ul.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Mamedov Kamron — *CTO (Texnik Direktor) va Pentester*. Ilovaning xavfsizlik darajasini sinovdan o'tkazuvchi, zaifliklarni aniqlovchi va shifrlashni optimallashtiruvchi mutaxassis.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•  Xakimov Muhammadulo — *Product Manager*. Loyihani boshqarish, foydalanuvchi interfeysi (UI/UX) dizaynini nazorat qilish va bozorni o'rganish bo'yicha mas'ul rahbar.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5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5: 1-KUN (1-HAFTA - MUAMMO VA BOZORNI ANIQLASH)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1-kun: Sohalarni Aniqlash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O'zimiz qiziqqan va tajribamiz bor sohalarni aniqlash.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Kiberxavfsizlik, Sun'iy intellekt va Mobil dasturlash kabi sohalar o'rganib chiqildi. Tahlillar natijasida jamoamiz uchun eng mos va jamiyat uchun kerakli bo'lgan "Mobil kiberxavfsizlik" sohasi tanlab olindi.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6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6: 2-KUN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2-kun: Muammolarni Tahlil Qilish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Sohaga oid real muammolarni aniqlash va mavjud kamchiliklarni tahlil qilish.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Bank SMS firibgarligi, xavfli ruxsatnomalar va ma'lumotlar ochiqligi muammolari ajratib olindi. Mavjud xorijiy antiviruslar mahalliy SMS-kodlarni va firibgarlik taktikalarini tahlil qilmasligi aniqlandi.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7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7: 3-KUN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3-kun: Real Foydalanuvchilar Fikri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Muammoni taxmin qilmasdan, uni real foydalanuvchilar fikri asosida tasdiqlash.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15 kishidan iborat guruh uchun savolnoma tuzildi. Savollar asosan ochiq formatda tuzilib ("Qachondir SMS orqali pulingizni o'g'irlashga urinishganmi?"), xalqning bu boradagi muammolari tinglandi.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8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8: 4-KUN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4-kun: Foydalanuvchi Tajribasi (Emotsiyalar)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Foydalanuvchilarning muammo haqidagi his-tuyg'ularini chuqur o'rganish.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O'tkazilgan suhbatlar yozib olindi. Aksariyat odamlarda "pul yo'qotish qo'rquvi" va ruxsatsiz ilovalar ularning galereyasiga kirishidan xavotir borligi qayd etildi.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9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9: 5-KUN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5-kun: Raqobatchilar Tahlili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Raqobatchilarni va ularning ishlash usullarini tahlil qilish.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Kaspersky, UzProtect va boshqa xalqaro himoya vositalari tahlil qilindi. Ularning eng katta zaif tomoni — doimiy internet talab qilishi va to'liq "Offline AI" tizimining yo'qligi ekanligi kashf qilindi.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10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10: 6-KUN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6-kun: Asosiy Muammoni Tanlash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Muammolarni muhimlik darajasi bo'yicha saralash va filtrlash.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Barcha topilgan kiber-tahdidlar ro'yxatga olindi. Ular orasidan eng dolzarb va odamlarga eng ko'p moddiy zarar keltirayotgan "Mahalliy bank SMS-firibgarligi" asosiy muammo sifatida tanlandi.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11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11: 7-KUN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7-kun: Birinchi Hafta Hisoboti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Tanlangan muammo bo'yicha yakuniy xulosa chiqarish.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"Bank SMS o'g'irligi va maxfiylikning yo'qligi" mavzusida 1 sahifalik hisobot tayyorlandi. Loyihamiz birinchi navbatda karta egalari va keksalar uchun o'ta muhim ekanligi tasdiqlandi.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12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12: 8-KUN (2-HAFTA - G'OYA ISHLAB CHIQISH)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8-kun: Yechim Variantlari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Bitta muammo uchun bir nechta yechim variantlarini ishlab chiqish.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5 xil yechim yozildi: Lokal AI tahlil dasturi, faqat SMS bloklovchi utilita, kiber-maslahatchi Telegram bot, va xavfsiz fayllar ombori. Barchasining texnik imkoniyatlari chamalandi.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13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13: 9-KUN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9-kun: Gipotezalarni Shakllantirish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Har bir g'oyani tekshirilishi kerak bo'lgan taxmin (gipoteza) deb qabul qilish.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Asosiy gipoteza belgilandi: "Agar ilova shubhali SMSlarni serverga yubormasdan, faqat qurilmaning o'zida (Offline AI) tahlil qilsa, foydalanuvchilar ma'lumotlari xavfsizligiga ko'proq ishonadilar."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14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14: 10-KUN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10-kun: G'oyalarni Solishtirish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G'oyalarni o'zaro solishtirish va ularning samaradorligini tahlil qilish.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Yechimlar filtrlanib, 2 ta asosiy g'oya qoldi. Ularning afzalliklari (mutlaq xavfsizlik) va kamchiliklari (telefon xotirasi va protsessoriga tushadigan yuklama) tortib ko'rildi.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15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15: 11-KUN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11-kun: Yakuniy G'oyani Tanlash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Eng samarali va amalga oshirish mumkin bo'lgan g'oyani tanlash.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Jamoaviy kelishuvga ko'ra, loyihamiz asosi — "Offline AI Ximoyachi" (SERGAK) g'oyasi tasdiqlandi. Bu kompleks yechim bo'lib, o'z ichiga monitoring va himoyani qamrab oladi.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16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16: 12-KUN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12-kun: Vizualizatsiya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G'oyani tushuntirishda vizual vositalardan foydalanish.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Ilovaning dastlabki ekranlari (UI/UX) chizildi. Asosiy sahifa (Home), Fraud Monitor paneli, Ruxsatlar Tahlili (Analyzer) va Secure Vault (Seyf) interfeyslari dizayn qilindi.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17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17: 13-KUN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13-kun: Pitch Matni Tayyorlash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G'oyani aniq va qisqa tarzda ifodalash (Elevator Pitch).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Loyihani 1 daqiqada tushuntirib berish uchun matn yozildi. Unda muammo (pullarni o'g'irlash), yechim (AI himoyachi) va kutilayotgan natija o'z aksini topdi.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18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18: 14-KUN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14-kun: Ikkinchi Hafta Hisoboti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Hujjatlashtirish va sarhisob qilish.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Tanlangan g'oya, o'rnatilgan gipotezalar va tayyorlangan vizual dizaynlar jamlanib, ruyobga chiqarishga tayyor hujjat holatiga keltirildi.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19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19: 15-KUN (3-HAFTA - VALIDATSIYA)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15-kun: Maqsadli Auditoriya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Mahsulotni aniq bir maqsadli auditoriya uchun moslashtirish.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Asosiy foydalanuvchi portreti yaratildi: 18-50 yoshdagi, bank ilovalaridan faol foydalanuvchi, shaxsiy ma'lumotlar xavfsizligidan qayg'uradigan O'zbekiston fuqarolari.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20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20: 16-KUN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16-kun: Real Ma'lumotlarni Yig'ish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O'z taxminlarni foydalanuvchilardan olingan real ma'lumotlar bilan tekshirish.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Tanlangan auditoriyadan 30 kishiga ilovaning dastlabki dizayni va funksiyalari ko'rsatildi. Fikr va mulohazalar, ayniqsa UI bo'yicha takliflar yozib olindi.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21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21: 17-KUN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17-kun: Qiziqishni Tekshirish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Qiziqishni foydalanuvchining real harakatlarida tekshirish.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Loyiha haqida qisqacha ma'lumot beruvchi Landing Page yoki test guruhlari uchun ro'yxatga olish formasi (So'rovnoma) ishga tushirildi va auditoriyaga tarqatildi.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22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22: 18-KUN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18-kun: Samaradorlikni O'lchash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Olingan natijalarni o'lchash orqali loyiha samaradorligini baholash.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So'rovnoma natijalari tahlil qilindi. Qiziqish darajasi juda yuqori (85%+) ekanligi, ammo foydalanuvchilar tizim ruxsatlarini to'g'ri sozlashda qiynalishi aniqlandi.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23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23: 19-KUN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19-kun: Feedback Asosida Takomillashtirish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Foydalanuvchi bilan qayta aloqa (feedback) asosida g'oyani takomillashtirish.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Dastlabki konsepsiya qayta yozildi. Foydalanuvchilarni chalg'ituvchi murakkab sozlamalar olib tashlandi, ilova interfeysi maksimal darajada "Bir tugma bilan himoya" (One-click) rejimiga keltirildi.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24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24: 20-KUN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20-kun: Loyiha Xulosasi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Loyiha xulosasini tizimli va tushunarli matn ko'rinishida tayyorlang.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Test natijalari bo'yicha olingan ma'lumotlarga asoslanib, Minimal Ishchi Mahsulot (MVP) ni bitirish uchun qilinishi kerak bo'lgan dasturiy qadamlar belgilab olindi.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25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25: 21-KUN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21-kun: Uchinchi Hafta Hisoboti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Loyiha yo'nalishini tasdiqlash (Pivot yoki Davom etish).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To'plangan ma'lumotlar loyiha g'oyasi 100% to'g'ri ekanligini tasdiqladi. G'oyani o'zgartirmasdan, butun e'tiborni MVP (Minimal Viable Product) qurishga qaratish bo'yicha qaror qabul qilindi.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26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26: 22-KUN (4-HAFTA - MVP VA KEYINGI QADAMLAR)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22-kun: Texnologik Yechimlar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G'oyani amalga oshirish uchun eng mos texnologik stack'ni tanlash.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UI interfeys tezligi uchun **Flutter (Dart)**, chuqur tizim ruxsatlari va SMS ushlash uchun **Native Kotlin**, maxfiylik va ma'lumotlar saqlash uchun **Local SharedPreferences/SQLite** tanlandi.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27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27: 23-KUN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23-kun: Resurslarni Optimallashtirish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Cheklangan resurslardan maksimal darajada samarali foydalanishni rejalashtirish.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Ilovaning ishlash mantig'i to'liq avtonom (offline) qilib sozlandi. Buning natijasida qimmatbaho Cloud (Bulutli) serverlarga bo'lgan ehtiyoj 0 ga tushirildi va tejamkorlik ta'minlandi.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28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28: 24-KUN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24-kun: Jamoa Rolini Mustahkamlash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Loyiha muvaffaqiyatida jamoaning o'rnini belgilang va tarkibni shakllantiring.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Xamidov X. asosan Frontend/Backend logikasiga, Mamedov K. Penetration testing va shifrlashga, Xakimov M. esa Product Market Fit (bozorga moslashtirish) masalalariga yo'naltirildi.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29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29: 25-KUN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25-kun: Rivojlantirish Rejasi (Roadmap)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Loyihani bosqichma-bosqich texnik rivojlantirish rejasini tuzish.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Dasturlash sprintlari belgilandi: 1-bosqich: UI va Permission Analyzer yozildi. 2-bosqich: Kotlin Native dagi Fraud Monitor ishga tushirildi. 3-bosqich: AES-256 Vault tizimi integratsiya qilindi.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30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30: 26-KUN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26-kun: Moliyalashtirish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Loyihani moliyalashtirish manbalarini aniqlash.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Kelajakdagi rivojlanish uchun IT Park rezidentligi talablari o'rganildi. O'zbekiston va xalqaro startap inkubatorlaridagi 5 ta turli grant dasturlari tanlab olinib, biznes reja tayyorlandi.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31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31: 27-KUN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27-kun: MVPni Shakllantirish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Faqat eng muhim funksiyalardan iborat minimal mahsulotni (MVP) yakunlash.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Loyihaning eng katta 3 ta ustuni: "SMS Fraud Monitor" fonda ishlashga o'tkazildi, "Permission Analyzer" xavfli ilovalarni filtrlaydigan bo'ldi va "Secure Vault" fayllarni muvaffaqiyatli shifrladi. Loyiha kodlari birlashtirildi.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32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32: 28-KUN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28-kun: Risklarni Baholash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Yuzaga kelishi mumkin bo'lgan texnik va bozor risklarini aniqlash va baholash.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Eng katta texnik risk — Android 14 va 15 versiyalarida fondagi xizmatlarga (Foreground Service) qo'yilgan cheklovlar ekanligi aniqlandi va kodlar maxsus ruxsatlar (dataSync) orqali Android talablariga moslashtirildi.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33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33: 29-KUN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29-kun: Pitch Deck Tayyorlash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G'oyani boshqalarga taqdim etish va himoya qilish uchun hujjat tayyorlash.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Loyihaning to'liq ko'rinishini aks ettiruvchi (muammo, yechim, bozor hajmi, raqobatchilar va jamoa) taqdimot slaydlari tayyorlandi. Himoyaga tushunarli raqamlar bilan jihozlandi.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Inter"/>
              </a:defRPr>
            </a:pPr>
            <a:r>
              <a:t>34 /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94A3B8"/>
                </a:solidFill>
                <a:latin typeface="Inter"/>
              </a:defRPr>
            </a:pPr>
            <a:r>
              <a:t>SAHIFA 34: 30-KUN</a:t>
            </a:r>
          </a:p>
          <a:p>
            <a:pPr>
              <a:defRPr sz="2800" b="1">
                <a:solidFill>
                  <a:srgbClr val="00E676"/>
                </a:solidFill>
                <a:latin typeface="Inter"/>
              </a:defRPr>
            </a:pPr>
            <a:r>
              <a:t>30-kun: Yakuniy Qadam va Google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🎯 BUGUNGI VAZIFA:</a:t>
            </a:r>
          </a:p>
          <a:p>
            <a:pPr>
              <a:spcAft>
                <a:spcPts val="2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Yakuniy hisobot yozish va mahsulotni ommaga taqdim etishga tayyorlash.</a:t>
            </a:r>
          </a:p>
          <a:p>
            <a:pPr>
              <a:spcAft>
                <a:spcPts val="200"/>
              </a:spcAft>
              <a:defRPr sz="1500" b="1">
                <a:solidFill>
                  <a:srgbClr val="00E676"/>
                </a:solidFill>
                <a:latin typeface="Inter"/>
              </a:defRPr>
            </a:pPr>
            <a:r>
              <a:t>🚀 AMALIY ISH VA NATIJA: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Inter"/>
              </a:defRPr>
            </a:pPr>
            <a:r>
              <a:t>Barcha 30 kunlik mehnat sarhisob qilindi. Ilova reliz (Release APK) formatiga o'tkazildi va Google Play Store Console tizimiga joylash uchun oxirgi xavfsizlik tekshiruvlaridan muvaffaqiyatli o'tkazildi. Loyiha ommaviy ishga tushirishga tayyor.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Inter"/>
              </a:defRPr>
            </a:pPr>
            <a:r>
              <a:t>SERGAK - O'zbekistonning birinchi 100% oflayn AI kiberxavfsizlik ilovasi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